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东南亚电商市场竞争格局深度分析报告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Shopee · Lazada · TikTok Shop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2020-2025 市场份额 · 用户规模 · 运营策略演变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报告日期：2026年8月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2025年东南亚平台电商GMV达1576亿美元，同比增长22.8%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Shopee、Lazada、TikTok Shop合计占据98.8%市场份额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Shopee以53%份额持续领跑，TikTok Shop GMV翻倍至456亿美元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三平台MAU合计超8.3亿，商家数超750万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行业从补贴大战转向精细化运营与本土化深耕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东南亚电商GMV总量（2020-2025）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GMV(亿美元)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同比增长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关键驱动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疫情催化线上购物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+22.9%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疫情红利持续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+22.5%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后疫情需求释放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+18.3%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TikTok爆发增长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-7.6%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补贴退潮增速放缓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+22.8%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TikTok翻倍带动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三大平台GMV与市场份额对比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Shopee GMV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Shopee份额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Lazada GMV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Lazada份额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TikTok GMV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TikTok份额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72.3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78.5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月活跃用户（MAU）演变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Shopee MAU(百万)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Lazada MAU(百万)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TikTok MAU(百万)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</a:defRPr>
            </a:pPr>
            <a:r>
              <a:t>• Shopee MAU CAGR 17.5%（1.98亿→4.5亿）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</a:defRPr>
            </a:pPr>
            <a:r>
              <a:t>• TikTok MAU CAGR 156%（500万→2.2亿）</a:t>
            </a:r>
          </a:p>
          <a:p>
            <a:pPr>
              <a:spcAft>
                <a:spcPts val="600"/>
              </a:spcAft>
              <a:defRPr sz="1300">
                <a:solidFill>
                  <a:srgbClr val="E5E7EB"/>
                </a:solidFill>
              </a:defRPr>
            </a:pPr>
            <a:r>
              <a:t>• Lazada MAU在1.3-1.6亿区间波动，增长乏力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订单量与商家数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Shopee订单(十亿)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Shopee商家(百万)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Lazada商家(百万)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TikTok商家(百万)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国别分析：印度尼西亚（最大市场）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2025年印尼电商GMV约620亿美元，占东南亚40%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Shopee份额52%（2020年55%），TikTok从0%增至25%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TikTok印尼GMV达131亿美元，全球第二（仅次于美国）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Shopee先发优势+GCash支付集成难以被颠覆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TikTok通过直播电商和达人生态快速渗透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国别分析：越南 &amp; 泰国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【越南】TikTok势头最猛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Shopee份额从60%降至40%，TikTok从0%增至30%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TikTok拥有强大Z世代社交原生受众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内容电商转化率5-8%（传统电商仅2-3%）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【泰国】激烈拉锯战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Shopee份额从58%降至43%，TikTok从0%增至32%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Shopee靠PromptPay（国家二维码）防御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TikTok提供3-6个月免息分期吸引交易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Shopee运营策略演变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运营重点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关键举措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市场扩张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覆盖六国，建立SLS物流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确立龙头地位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用户增长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Super Day大促，社交属性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MAU+41%至2.8亿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订单规模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GMV 723亿，订单82亿单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COD占比70%+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品牌升级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Shopee Premium，金融科技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高端用户渗透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利润导向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缩减补贴，聚焦核心市场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EBITDA 8.8亿美元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生态深化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BNPL渗透，20亿投资履约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3日达覆盖率80%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Lazada运营策略演变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【2020-2021】基础设施整合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整合阿里资源，强化Lazada Logistics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LazMall频道启动，5000+国际品牌入驻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年活跃用户达1.3亿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【2022-2023】技术赋能与全链路打通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AI选品工具，爆款预测准确率75%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借力阿里国际站B2B资源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【2024-2025】高端防御与利润收割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泰国试水线下体验店+线上商城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专注高端细分市场，实现盈亏平衡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放弃大众市场份额叙事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TikTok Shop运营策略演变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运营重点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关键举措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市场测试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与本地商家合作试点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验证模式可行性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规模扩张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GMV 44亿美元，达人生态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份额0.4%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爆发增长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GMV 163亿(+270%)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份额1.2%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模式创新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全托管模式，产业带直供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份额1.8%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本土化深耕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直播基地+第三方质检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GMV 456亿(翻倍)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2025年核心运营指标对比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Shopee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Lazada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GMV(亿美元)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456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市场份额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2.9%(平台)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MAU(百万)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商家数(百万)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订单数(十亿)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直播占比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核心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物流时效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3-7天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2-3天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48小时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未来展望：2026-2030年趋势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【市场规模】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2026年预计GMV 1850亿美元，2030年达3050亿美元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直播电商占比从30%提升至40-50%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【平台战略】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Shopee：巩固基本盘，金融科技深化，份额稳定50%+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Lazada：高端防御，B2B整合，线下体验店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TikTok：自建3PL物流，推出BNPL/钱包，份额目标35-40%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【关键变量】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监管环境：数字税收与消费者保护法规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技术投资：AI个性化+AR购物体验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支付物流：TikTok短板补齐进度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1. 三足鼎立格局固化：三大平台合计占据98.8%市场份额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2. TikTok Shop是最大变量：三年GMV增长十倍，内容电商重塑行业规则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3. 从流量战争到价值创造：竞争维度转向本土化、供应链、内容力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4. 国别市场分化明显：印尼Shopee主导，越南TikTok猛，新加坡Lazada优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【卖家建议】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Shopee：18-35岁人群，时尚/电子/生活方式，销量优先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Lazada：高端客户/B2B，品牌真实性，详细规格说明</a:t>
            </a:r>
          </a:p>
          <a:p>
            <a:pPr>
              <a:spcAft>
                <a:spcPts val="600"/>
              </a:spcAft>
              <a:defRPr sz="1400">
                <a:solidFill>
                  <a:srgbClr val="E5E7EB"/>
                </a:solidFill>
              </a:defRPr>
            </a:pPr>
            <a:r>
              <a:t>• TikTok：视觉冲击/新奇特，内容激发冲动消费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数据来源：Momentum Works · Sea Limited · Alibaba · TikTok Shop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Statista · Similarweb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